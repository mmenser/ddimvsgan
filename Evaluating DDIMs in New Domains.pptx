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99BDC-FB06-9C74-3E6E-7580E3D87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A0B7F3-C7C8-153A-721D-A51AE3079E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54156-5997-96B6-BC30-11AFB45EB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D3531-A079-D8CF-3576-EB980F701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DED14-F597-FE1A-2B91-F82BDFBC8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350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01B44-60FA-A3F1-422E-27DAB9ABC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B0148-8D37-FBCD-11ED-4947EA30A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59EE7-6784-3109-AA45-56A782655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13203-845D-68A2-29B8-8F066A06F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AC20F-DBD8-A8E8-7100-2D42C9991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170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E7F41-7DA6-AF19-8E5C-E2DC31E85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302A06-812E-7CFD-FE85-F5B9DA99C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BE6C7-68F8-F575-722E-7DBCD23DD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B66F2-E9F1-8462-CF00-A6F0419ED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AEC434-E786-94FA-1002-69DD8D95C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989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4C809-8B7E-DA0E-0F7D-F3D53B403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CDB3B-A936-07F5-BD2B-95FCDF3692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B19ADC-55BE-507C-9DAE-A3BAEBF40D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8062A0-74DC-2907-605A-5B20CDE9F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752D7C-B29B-4132-4FCA-19F1BC26F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EF1968-BF37-92B1-2D3F-B7D0D25AA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20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AECD5-7EB5-3B31-2076-7345A7B1F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308D66-B8E2-A3B9-142A-1D63DB19C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FD7A4B-A66C-6ABE-0E50-9BF0C4CA8B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005F75-8EDE-EDD0-0092-47F64B0790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0A3B5B-9C4A-138E-058C-19DD2EF6BE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485679-4462-3D59-A18A-56893E112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D81132-AD5C-2D29-0F9C-E52A5BED2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787062-75B5-A16C-E34B-851E906D9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455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B555A-F91D-C15A-0818-A75F7742F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E7EA42-20E5-CB4D-2A16-A6A9C1B06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61D85D-2CAE-A63A-9F84-BEE2B25AC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4A54C9-E0C3-662B-5816-58F2A6575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7151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258C5C-24B1-15F9-F90F-418B2BD2C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C6F60F-F5D0-F446-B94D-302411D3A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D55487-E7CC-B6D1-400D-B9CDC3A3B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732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4A0FF-B923-01D9-1AB1-9953CE1C0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4FD5D-4234-81C4-25C5-D1DE14C7A6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5F8EC6-F762-2E8C-F360-C27C8A1B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09DEC0-762E-4B67-DE1C-727001EB0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23D342-AD60-FB44-C8A5-A5BD4F30D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A1C5AC-114E-1E1E-210C-DCB0F1F8F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58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A98E0-5A7C-1C74-20A9-8104F7320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4F73F4-C1C2-260A-54E3-42727CBE20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3D36EA-4C17-DE16-F28F-7EC228605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C203E9-E270-3A62-844E-67D49ABE9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8F8A0A-99D1-640E-E869-A04962F52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9AFA6A-9058-5058-3749-CAAF66EA6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783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ACE5E-8389-0575-3C72-BE378AFB1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59AF71-B61B-21F4-E452-3F08F4013D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CE30AB-9991-4650-DAD4-2A7F184B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C2023B-F264-51A1-71C6-6088A1B1A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DA011-5DBC-1EFE-B4FE-BC5685305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0641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BECA7B-4F0B-21B5-A472-7A8B3134C8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325FEB-3292-659F-4DA1-59C74902FA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AA15D-D40C-C79C-3CD7-9EDDA0A3F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D0CF4-1CA0-4C2A-8220-83BA371E72A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68B10-0CC0-0EBC-2107-A2741A771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00A9E3-D38C-0267-86C3-01B2BE9F6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707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472E9F-2C9C-7E12-BF59-E82D253BC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4BA0D7-5ABF-3165-6A1A-9B306404CB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8D1DF-7A20-37A9-2AA9-36BDAE501C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3D0CF4-1CA0-4C2A-8220-83BA371E72A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1702EB-5EBB-9A24-12CC-3ECEE51E37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266D03-8A05-F77C-9D7E-63DE052631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20A7-4908-43D6-9A3D-221F3CDFA6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245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6FC16-692A-C0DD-0FFE-C9899EDBBB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Evaluating DDIMs in New Domains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19EA7A-53FB-32A2-B4B4-57297B546C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DDIMs vs WGANs</a:t>
            </a:r>
          </a:p>
          <a:p>
            <a:r>
              <a:rPr lang="en-US" dirty="0"/>
              <a:t>Cem Beyenal &amp; Mason Menser</a:t>
            </a:r>
          </a:p>
        </p:txBody>
      </p:sp>
    </p:spTree>
    <p:extLst>
      <p:ext uri="{BB962C8B-B14F-4D97-AF65-F5344CB8AC3E}">
        <p14:creationId xmlns:p14="http://schemas.microsoft.com/office/powerpoint/2010/main" val="3598412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C65C5-BD18-C8DA-781C-C7CE38076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DDIM vs WGAN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DDE98-AA77-7669-5B26-021B677398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525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59041-756B-D888-C9BF-28C98AB6B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1 – Colored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C8F36-8FFE-EBC6-C416-111BBECD6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DDIM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3F0A1F3-CB0E-F229-30C5-3FF4BDE007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599056"/>
              </p:ext>
            </p:extLst>
          </p:nvPr>
        </p:nvGraphicFramePr>
        <p:xfrm>
          <a:off x="838200" y="2424898"/>
          <a:ext cx="8127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90908247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233639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356286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Average Sampling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Minimum KID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111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2.19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44.42 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66349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0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DA421-9B19-7F0A-38CA-002DD3357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2 – Greyscale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A5A7-25CF-AA18-8D01-327628C1C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DDIM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F332FC3-82BE-3C13-EBE2-C3184C05A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0625632"/>
              </p:ext>
            </p:extLst>
          </p:nvPr>
        </p:nvGraphicFramePr>
        <p:xfrm>
          <a:off x="956963" y="2315607"/>
          <a:ext cx="8127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61247129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03489843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1587365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Average Sampling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Minimum KID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90870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2.19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66.11 ss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0962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6461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50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Evaluating DDIMs in New Domains</vt:lpstr>
      <vt:lpstr>DDIM vs WGAN</vt:lpstr>
      <vt:lpstr>Experiment 1 – Colored Dataset</vt:lpstr>
      <vt:lpstr>Experiment 2 – Greyscale Dataset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Mason Menser</dc:creator>
  <cp:lastModifiedBy>Mason Menser</cp:lastModifiedBy>
  <cp:revision>1</cp:revision>
  <dcterms:created xsi:type="dcterms:W3CDTF">2025-11-30T05:50:16Z</dcterms:created>
  <dcterms:modified xsi:type="dcterms:W3CDTF">2025-11-30T07:28:33Z</dcterms:modified>
</cp:coreProperties>
</file>